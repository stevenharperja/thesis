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8" r:id="rId3"/>
    <p:sldId id="262" r:id="rId4"/>
    <p:sldId id="257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F5267-59CC-8158-FBCC-3ED4BCD74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B6C04A-9B63-83A3-FFE8-83792C93A9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0BE3C-8848-EE2E-33B1-E3F68ABD9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60741-8B14-4BFA-A0C2-13A88B26CA4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F5D44-8558-7E1B-0939-9CF2555D9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3B68D-E68C-C341-0025-FD927DDE8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CA1E-E9E9-47E5-A984-44B75C98C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396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C18DC-1EA9-5532-4359-0D563CE6D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DC2C4-05E8-727F-E8C3-B85EDD1AF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14399-5FD2-D65E-0105-D418D0037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60741-8B14-4BFA-A0C2-13A88B26CA4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EB0BF-D606-30C8-D8BE-B302C8E35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E0E7-78E4-2796-9062-885C5EBC7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CA1E-E9E9-47E5-A984-44B75C98C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013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FC4CD-70B9-FED9-79B9-3CCE89B5B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8FEC9-61DC-69FA-162B-04AAD2B6B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1CF69-ACDE-90C3-D30C-7AE198293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60741-8B14-4BFA-A0C2-13A88B26CA4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D63B5-7A2A-7EF7-BEE8-2BC3EB615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796AA-2FCF-4A20-AA5D-810DE3E41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CA1E-E9E9-47E5-A984-44B75C98C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694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3BC34-72E3-BE5C-8E90-6549AC293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1E9FC-942A-07A5-1BF6-218C6DFE26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2FD897-5086-589F-FE22-E08F96739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BB7A1A-711D-CA52-A7BA-6E028861A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60741-8B14-4BFA-A0C2-13A88B26CA4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126511-B473-B18B-3A01-34ED29D38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4F2B77-8569-8076-84BD-7FBAD4414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CA1E-E9E9-47E5-A984-44B75C98C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62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5A7BA-CD00-4451-E891-883275364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06A1D9-2D53-8189-F081-3CE27F6A2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282045-E799-01E5-1364-4091D5B96B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971B0-5940-A818-E35C-A072D20D05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4DE48C-48BE-27EC-664F-E5F19ADA6A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9DA8EB-58EB-3124-1685-3937C3D73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60741-8B14-4BFA-A0C2-13A88B26CA4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1CA93F-F22F-A002-F855-C49DEADD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692A51-467B-051E-8A5A-BA537CD5C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CA1E-E9E9-47E5-A984-44B75C98C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471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89D43-3629-DCC3-25D4-7075DB834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27AB9E-9E3D-F447-F378-244823B9A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60741-8B14-4BFA-A0C2-13A88B26CA4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B1A4CA-60F6-CDDC-128E-55ECF719F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4FBB59-AA0C-8F0E-B05A-4DDE86646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CA1E-E9E9-47E5-A984-44B75C98C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80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39514A-7337-D214-BD12-2769DBF67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60741-8B14-4BFA-A0C2-13A88B26CA4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D1BFA8-085F-5213-DA94-F0C508D6F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A3A42-0CCC-B926-AE48-E0C3D7B96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CA1E-E9E9-47E5-A984-44B75C98C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1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6017E-2223-058B-7ED4-8979CD5C5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E211C-3D4E-6D54-0D97-4901EADC6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6F721-3DB4-A508-6EC1-027C1EDE6F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F4B8E9-DC45-F636-7606-EACCFD668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60741-8B14-4BFA-A0C2-13A88B26CA4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8CFC2-455B-A981-4447-C1F7170BF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2827B-4540-5437-7E60-4362EDF26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CA1E-E9E9-47E5-A984-44B75C98C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973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A7950-BB5A-89EB-4455-7486661CC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B768AD-4E40-8DF4-25DA-C7D5D10497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CFB7A7-C2F1-D248-AB90-7D238F4817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78824-3687-FE8E-EBC0-EC67377EB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60741-8B14-4BFA-A0C2-13A88B26CA4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CA867C-B33B-BE39-3554-26CD2C8B7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D7E118-B7B9-C1CC-9135-F408BF82C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CA1E-E9E9-47E5-A984-44B75C98C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086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3510B-9998-7B9D-57E2-2E75142AA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0FA767-F57B-5846-79FC-EB658F1A22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AAC64-BBBB-0274-84DC-DDCD34BB3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60741-8B14-4BFA-A0C2-13A88B26CA4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1C747-FAD5-3B03-50E7-B7C54A325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A5642-C830-13A6-3787-8A98216AB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CA1E-E9E9-47E5-A984-44B75C98C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080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6CF8C6-0C1C-4D35-00D0-812AA37F93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796973-9E9F-5A23-4A7A-19C1C44CC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316EC-3AD8-BB5B-A715-FF0C2ACB9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60741-8B14-4BFA-A0C2-13A88B26CA4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183FC-67F8-513E-EE8B-A4436F0F0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FC0BA-0DCD-BAE4-6206-CD51D956F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CA1E-E9E9-47E5-A984-44B75C98C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42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842796-0B03-422B-FAB3-A463265CE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C7D3EB-E191-164D-1715-4A7FF6E0B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D88C7-8E82-2BFB-FB0E-99FF7F391B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260741-8B14-4BFA-A0C2-13A88B26CA4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F27BA-653C-7BA9-FD2F-9DF4A705AE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C6255-5E89-F051-6F8F-9D9F6044E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82CA1E-E9E9-47E5-A984-44B75C98C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160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CF4F5-CA79-20BA-4BAB-E6D0F9D9EB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Translation of Old Akkadian to English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B48635-AEA4-18B8-9E47-9284EEC7B7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Steven Harper</a:t>
            </a:r>
          </a:p>
        </p:txBody>
      </p:sp>
    </p:spTree>
    <p:extLst>
      <p:ext uri="{BB962C8B-B14F-4D97-AF65-F5344CB8AC3E}">
        <p14:creationId xmlns:p14="http://schemas.microsoft.com/office/powerpoint/2010/main" val="4016724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CDAC2-88EA-F172-8EC3-F4AEF4B73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748F2-CFE6-A6FA-6026-0FB1B3898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Kaggle competition about translating Akkadian to English</a:t>
            </a:r>
          </a:p>
        </p:txBody>
      </p:sp>
    </p:spTree>
    <p:extLst>
      <p:ext uri="{BB962C8B-B14F-4D97-AF65-F5344CB8AC3E}">
        <p14:creationId xmlns:p14="http://schemas.microsoft.com/office/powerpoint/2010/main" val="4232204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0D090-D956-FE98-F6A7-FEE01F189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Akkadian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3A178-43F9-3B4A-F98A-BBAB8453D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2000 BC (4000 years ago) </a:t>
            </a:r>
            <a:r>
              <a:rPr lang="en-US" dirty="0" err="1"/>
              <a:t>ish</a:t>
            </a:r>
            <a:endParaRPr lang="en-US" dirty="0"/>
          </a:p>
          <a:p>
            <a:r>
              <a:rPr lang="en-US" dirty="0"/>
              <a:t>Content is like business emails</a:t>
            </a:r>
          </a:p>
          <a:p>
            <a:pPr lvl="1"/>
            <a:r>
              <a:rPr lang="en-US" dirty="0"/>
              <a:t>Lots of buying, transactions, news, complaining, etc. addressed from one person to another.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077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71B77-4854-2161-57E3-7BE7BFBE1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did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C10A4-6DF4-65FD-360C-811C71F54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646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E6DBA-A650-D2E9-9740-77735CD2C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During the competition what I did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02D2C-A70D-B8BC-50D1-BD7CF6C18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byt5 model with transformers library</a:t>
            </a:r>
          </a:p>
          <a:p>
            <a:r>
              <a:rPr lang="en-US" dirty="0"/>
              <a:t>Tried different data augmentation techniques</a:t>
            </a:r>
          </a:p>
          <a:p>
            <a:r>
              <a:rPr lang="en-US" dirty="0"/>
              <a:t>Evaluated them using the competition setup.</a:t>
            </a:r>
          </a:p>
          <a:p>
            <a:r>
              <a:rPr lang="en-US" dirty="0"/>
              <a:t>Read a bunch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415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DCC0D-ECE0-0121-5D9F-D909BADE4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the competition what I did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A14A2-C7F6-2AEF-429A-1E65789FC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a bunch about what other contestants did</a:t>
            </a:r>
          </a:p>
          <a:p>
            <a:r>
              <a:rPr lang="en-US" dirty="0"/>
              <a:t>Organized the thing into a list of popular techniques</a:t>
            </a:r>
          </a:p>
          <a:p>
            <a:r>
              <a:rPr lang="en-US" dirty="0"/>
              <a:t>Trained a new model using some of their data.</a:t>
            </a:r>
          </a:p>
        </p:txBody>
      </p:sp>
    </p:spTree>
    <p:extLst>
      <p:ext uri="{BB962C8B-B14F-4D97-AF65-F5344CB8AC3E}">
        <p14:creationId xmlns:p14="http://schemas.microsoft.com/office/powerpoint/2010/main" val="491232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A2172-8E39-9FBA-1A98-66099E9E4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DDC4D-5AFD-BCDD-C70B-26D6FA4EA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190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633</TotalTime>
  <Words>114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Machine Translation of Old Akkadian to English</vt:lpstr>
      <vt:lpstr>Competition</vt:lpstr>
      <vt:lpstr>Akkadian</vt:lpstr>
      <vt:lpstr>What I did</vt:lpstr>
      <vt:lpstr>During the competition what I did</vt:lpstr>
      <vt:lpstr>After the competition what I did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Harper, Steven</dc:creator>
  <cp:lastModifiedBy>Harper, Steven</cp:lastModifiedBy>
  <cp:revision>22</cp:revision>
  <dcterms:created xsi:type="dcterms:W3CDTF">2026-05-25T22:03:32Z</dcterms:created>
  <dcterms:modified xsi:type="dcterms:W3CDTF">2026-05-27T01:18:59Z</dcterms:modified>
</cp:coreProperties>
</file>